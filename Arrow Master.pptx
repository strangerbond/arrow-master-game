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5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  <p:sldMasterId id="2147483729" r:id="rId2"/>
    <p:sldMasterId id="2147483749" r:id="rId3"/>
    <p:sldMasterId id="2147483864" r:id="rId4"/>
    <p:sldMasterId id="2147483884" r:id="rId5"/>
    <p:sldMasterId id="2147483937" r:id="rId6"/>
  </p:sldMasterIdLst>
  <p:notesMasterIdLst>
    <p:notesMasterId r:id="rId22"/>
  </p:notesMasterIdLst>
  <p:sldIdLst>
    <p:sldId id="256" r:id="rId7"/>
    <p:sldId id="277" r:id="rId8"/>
    <p:sldId id="279" r:id="rId9"/>
    <p:sldId id="259" r:id="rId10"/>
    <p:sldId id="260" r:id="rId11"/>
    <p:sldId id="262" r:id="rId12"/>
    <p:sldId id="261" r:id="rId13"/>
    <p:sldId id="265" r:id="rId14"/>
    <p:sldId id="266" r:id="rId15"/>
    <p:sldId id="267" r:id="rId16"/>
    <p:sldId id="258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55e7aaaf336d19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4C4D4D"/>
    <a:srgbClr val="0000CC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01" autoAdjust="0"/>
  </p:normalViewPr>
  <p:slideViewPr>
    <p:cSldViewPr snapToGrid="0" showGuides="1">
      <p:cViewPr varScale="1">
        <p:scale>
          <a:sx n="73" d="100"/>
          <a:sy n="73" d="100"/>
        </p:scale>
        <p:origin x="104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7-16T20:46:06.912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8FA04-EF04-47E9-9CC4-BCEE100C378B}" type="datetimeFigureOut">
              <a:rPr lang="en-SG" smtClean="0"/>
              <a:t>18/7/2023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2EFC2-7C13-49B5-9089-C9C8A26E0A0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186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7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55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1971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3950174-3026-49A7-9425-B00B2A3E9EA6}"/>
              </a:ext>
            </a:extLst>
          </p:cNvPr>
          <p:cNvSpPr/>
          <p:nvPr/>
        </p:nvSpPr>
        <p:spPr>
          <a:xfrm>
            <a:off x="714000" y="1560384"/>
            <a:ext cx="10764000" cy="3276000"/>
          </a:xfrm>
          <a:prstGeom prst="roundRect">
            <a:avLst>
              <a:gd name="adj" fmla="val 899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161C13C6-8983-4005-A3D9-1A368D3D4E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3359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E8CDE116-1F40-4043-9530-E9DD99C3C72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18201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6EEE52ED-6ED8-4B16-9DC4-7322E037AE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43043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8" name="그림 개체 틀 6">
            <a:extLst>
              <a:ext uri="{FF2B5EF4-FFF2-40B4-BE49-F238E27FC236}">
                <a16:creationId xmlns:a16="http://schemas.microsoft.com/office/drawing/2014/main" id="{8D1EE6CC-5B39-473C-97F8-518EC78B683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67884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9" name="그림 개체 틀 6">
            <a:extLst>
              <a:ext uri="{FF2B5EF4-FFF2-40B4-BE49-F238E27FC236}">
                <a16:creationId xmlns:a16="http://schemas.microsoft.com/office/drawing/2014/main" id="{8E02732D-3B55-422D-9996-957FAF0AA6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92725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421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A44D55-097E-422E-A0B3-604835A6742A}"/>
              </a:ext>
            </a:extLst>
          </p:cNvPr>
          <p:cNvSpPr/>
          <p:nvPr/>
        </p:nvSpPr>
        <p:spPr>
          <a:xfrm>
            <a:off x="0" y="2303253"/>
            <a:ext cx="12192000" cy="2251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cs typeface="Arial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C925C01-FEE1-492E-8512-B10BDB521E39}"/>
              </a:ext>
            </a:extLst>
          </p:cNvPr>
          <p:cNvSpPr/>
          <p:nvPr/>
        </p:nvSpPr>
        <p:spPr>
          <a:xfrm>
            <a:off x="0" y="4592128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9FAACAB-F737-49F9-BFB3-F3E4D0C18877}"/>
              </a:ext>
            </a:extLst>
          </p:cNvPr>
          <p:cNvSpPr/>
          <p:nvPr/>
        </p:nvSpPr>
        <p:spPr>
          <a:xfrm>
            <a:off x="0" y="2162355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44B90A8-112D-45DE-B6E9-528ECD4703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61516" y="573702"/>
            <a:ext cx="4468483" cy="57105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812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55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7B8CC01-B908-43C1-923F-D50CBD291B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3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94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2">
            <a:extLst>
              <a:ext uri="{FF2B5EF4-FFF2-40B4-BE49-F238E27FC236}">
                <a16:creationId xmlns:a16="http://schemas.microsoft.com/office/drawing/2014/main" id="{BB349F8A-D3D6-4420-A053-2F749AF60E06}"/>
              </a:ext>
            </a:extLst>
          </p:cNvPr>
          <p:cNvSpPr/>
          <p:nvPr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91762B-49EB-48A3-A86B-198F2A9709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0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03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14370B4-3C13-45C0-A952-B00548121584}"/>
              </a:ext>
            </a:extLst>
          </p:cNvPr>
          <p:cNvSpPr/>
          <p:nvPr/>
        </p:nvSpPr>
        <p:spPr>
          <a:xfrm>
            <a:off x="1" y="0"/>
            <a:ext cx="38840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9E4B51B4-EE18-4819-8088-68502663D7B7}"/>
              </a:ext>
            </a:extLst>
          </p:cNvPr>
          <p:cNvGrpSpPr/>
          <p:nvPr/>
        </p:nvGrpSpPr>
        <p:grpSpPr>
          <a:xfrm>
            <a:off x="4484680" y="2679371"/>
            <a:ext cx="2029599" cy="3505672"/>
            <a:chOff x="1438761" y="2033015"/>
            <a:chExt cx="1980000" cy="3420000"/>
          </a:xfrm>
        </p:grpSpPr>
        <p:sp>
          <p:nvSpPr>
            <p:cNvPr id="4" name="Rounded Rectangle 41">
              <a:extLst>
                <a:ext uri="{FF2B5EF4-FFF2-40B4-BE49-F238E27FC236}">
                  <a16:creationId xmlns:a16="http://schemas.microsoft.com/office/drawing/2014/main" id="{C9356105-17CA-4587-B47D-ABD55F0030F2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98DE00C6-A201-4607-947A-9B6A7FB91E56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2E1FF0A-C482-45AA-BBA3-9B4078609158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7" name="Oval 44">
                <a:extLst>
                  <a:ext uri="{FF2B5EF4-FFF2-40B4-BE49-F238E27FC236}">
                    <a16:creationId xmlns:a16="http://schemas.microsoft.com/office/drawing/2014/main" id="{A02E90A4-46B5-4BA7-9477-F169F8CD3F13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45">
                <a:extLst>
                  <a:ext uri="{FF2B5EF4-FFF2-40B4-BE49-F238E27FC236}">
                    <a16:creationId xmlns:a16="http://schemas.microsoft.com/office/drawing/2014/main" id="{ED43A757-B80F-4F70-B31F-9A2BEB28CAD4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C8576216-C640-4674-AC56-2890C67BD9E5}"/>
              </a:ext>
            </a:extLst>
          </p:cNvPr>
          <p:cNvGrpSpPr/>
          <p:nvPr/>
        </p:nvGrpSpPr>
        <p:grpSpPr>
          <a:xfrm>
            <a:off x="6976147" y="2717584"/>
            <a:ext cx="2029599" cy="3505672"/>
            <a:chOff x="1438761" y="2033015"/>
            <a:chExt cx="1980000" cy="3420000"/>
          </a:xfrm>
        </p:grpSpPr>
        <p:sp>
          <p:nvSpPr>
            <p:cNvPr id="10" name="Rounded Rectangle 41">
              <a:extLst>
                <a:ext uri="{FF2B5EF4-FFF2-40B4-BE49-F238E27FC236}">
                  <a16:creationId xmlns:a16="http://schemas.microsoft.com/office/drawing/2014/main" id="{4F04F9F0-E35F-4AC4-8AEB-5B346C93BDE8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42">
              <a:extLst>
                <a:ext uri="{FF2B5EF4-FFF2-40B4-BE49-F238E27FC236}">
                  <a16:creationId xmlns:a16="http://schemas.microsoft.com/office/drawing/2014/main" id="{A0F1F4A1-65E1-495C-B229-251EFD3FB253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2" name="Group 6">
              <a:extLst>
                <a:ext uri="{FF2B5EF4-FFF2-40B4-BE49-F238E27FC236}">
                  <a16:creationId xmlns:a16="http://schemas.microsoft.com/office/drawing/2014/main" id="{02AB1FDC-BB35-4273-948F-D269A59ED959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3" name="Oval 44">
                <a:extLst>
                  <a:ext uri="{FF2B5EF4-FFF2-40B4-BE49-F238E27FC236}">
                    <a16:creationId xmlns:a16="http://schemas.microsoft.com/office/drawing/2014/main" id="{00BBB89C-B084-4AC1-BED6-BC1DC17D5220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Rounded Rectangle 45">
                <a:extLst>
                  <a:ext uri="{FF2B5EF4-FFF2-40B4-BE49-F238E27FC236}">
                    <a16:creationId xmlns:a16="http://schemas.microsoft.com/office/drawing/2014/main" id="{5982A1AE-2C2E-448E-9F4B-BC9CCDEA1A4E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15" name="Group 5">
            <a:extLst>
              <a:ext uri="{FF2B5EF4-FFF2-40B4-BE49-F238E27FC236}">
                <a16:creationId xmlns:a16="http://schemas.microsoft.com/office/drawing/2014/main" id="{3A368425-7072-4F51-8EE5-01E1BFEB50EB}"/>
              </a:ext>
            </a:extLst>
          </p:cNvPr>
          <p:cNvGrpSpPr/>
          <p:nvPr/>
        </p:nvGrpSpPr>
        <p:grpSpPr>
          <a:xfrm>
            <a:off x="9467615" y="2727858"/>
            <a:ext cx="2029599" cy="3505672"/>
            <a:chOff x="1438761" y="2033015"/>
            <a:chExt cx="1980000" cy="3420000"/>
          </a:xfrm>
        </p:grpSpPr>
        <p:sp>
          <p:nvSpPr>
            <p:cNvPr id="16" name="Rounded Rectangle 41">
              <a:extLst>
                <a:ext uri="{FF2B5EF4-FFF2-40B4-BE49-F238E27FC236}">
                  <a16:creationId xmlns:a16="http://schemas.microsoft.com/office/drawing/2014/main" id="{54A602E3-D4AC-44ED-A99F-190A1CDB8BD5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F63D52AB-F36A-46A1-848A-8D7692D3CC68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8" name="Group 6">
              <a:extLst>
                <a:ext uri="{FF2B5EF4-FFF2-40B4-BE49-F238E27FC236}">
                  <a16:creationId xmlns:a16="http://schemas.microsoft.com/office/drawing/2014/main" id="{04D310C5-4BF6-4703-AB41-9C3406E92015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9" name="Oval 44">
                <a:extLst>
                  <a:ext uri="{FF2B5EF4-FFF2-40B4-BE49-F238E27FC236}">
                    <a16:creationId xmlns:a16="http://schemas.microsoft.com/office/drawing/2014/main" id="{30DA0AB5-96D5-49C1-9953-DD88116AAD83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" name="Rounded Rectangle 45">
                <a:extLst>
                  <a:ext uri="{FF2B5EF4-FFF2-40B4-BE49-F238E27FC236}">
                    <a16:creationId xmlns:a16="http://schemas.microsoft.com/office/drawing/2014/main" id="{763C3B04-1D32-454A-9E00-E56FD5E22D27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8422095-435B-47AA-9CCA-322F366DB3C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02823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E14DFC6-4271-494B-82A9-1FCC7226F65C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7094290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A3772017-7DA7-4FE0-A85B-FD49517CE8C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585758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99F1FA95-725F-4570-B40D-43A61D68A90A}"/>
              </a:ext>
            </a:extLst>
          </p:cNvPr>
          <p:cNvSpPr/>
          <p:nvPr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84482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41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7E9E532-B52F-4195-9769-854E30154B5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B0386-33B4-4AE2-946E-6347B22040B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F70AE-AA28-47B8-ADF1-78729B8D0C2E}"/>
              </a:ext>
            </a:extLst>
          </p:cNvPr>
          <p:cNvSpPr/>
          <p:nvPr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819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666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1">
            <a:extLst>
              <a:ext uri="{FF2B5EF4-FFF2-40B4-BE49-F238E27FC236}">
                <a16:creationId xmlns:a16="http://schemas.microsoft.com/office/drawing/2014/main" id="{D984738B-46DB-4E68-8584-37E420407CAF}"/>
              </a:ext>
            </a:extLst>
          </p:cNvPr>
          <p:cNvSpPr/>
          <p:nvPr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" name="Oval 11">
            <a:extLst>
              <a:ext uri="{FF2B5EF4-FFF2-40B4-BE49-F238E27FC236}">
                <a16:creationId xmlns:a16="http://schemas.microsoft.com/office/drawing/2014/main" id="{1EF47FAD-E9FE-4655-9C18-2281F00609C6}"/>
              </a:ext>
            </a:extLst>
          </p:cNvPr>
          <p:cNvSpPr/>
          <p:nvPr/>
        </p:nvSpPr>
        <p:spPr>
          <a:xfrm>
            <a:off x="6000620" y="2958188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69D03589-94E1-4EF8-85A4-3C81F0DA1CBB}"/>
              </a:ext>
            </a:extLst>
          </p:cNvPr>
          <p:cNvGrpSpPr/>
          <p:nvPr/>
        </p:nvGrpSpPr>
        <p:grpSpPr>
          <a:xfrm>
            <a:off x="7397562" y="792688"/>
            <a:ext cx="4157729" cy="2426868"/>
            <a:chOff x="-548507" y="477868"/>
            <a:chExt cx="11570449" cy="6357177"/>
          </a:xfrm>
        </p:grpSpPr>
        <p:sp>
          <p:nvSpPr>
            <p:cNvPr id="5" name="Freeform: Shape 21">
              <a:extLst>
                <a:ext uri="{FF2B5EF4-FFF2-40B4-BE49-F238E27FC236}">
                  <a16:creationId xmlns:a16="http://schemas.microsoft.com/office/drawing/2014/main" id="{B8912ED9-1F51-4F24-86AA-66A8A2FAC133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39CCC3E3-83BF-4615-B176-D600377138AB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1BB4B631-0793-4EC4-948F-DBB77F89F32E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46901BAE-5177-4F15-8882-8A866D8919C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25">
              <a:extLst>
                <a:ext uri="{FF2B5EF4-FFF2-40B4-BE49-F238E27FC236}">
                  <a16:creationId xmlns:a16="http://schemas.microsoft.com/office/drawing/2014/main" id="{EF305665-F54D-429D-A14B-170A9B1B6E24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26">
              <a:extLst>
                <a:ext uri="{FF2B5EF4-FFF2-40B4-BE49-F238E27FC236}">
                  <a16:creationId xmlns:a16="http://schemas.microsoft.com/office/drawing/2014/main" id="{4D1C3DB9-35EC-4484-B208-3868E5CD398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5" name="Rectangle: Rounded Corners 31">
                <a:extLst>
                  <a:ext uri="{FF2B5EF4-FFF2-40B4-BE49-F238E27FC236}">
                    <a16:creationId xmlns:a16="http://schemas.microsoft.com/office/drawing/2014/main" id="{D15A82CB-BC0F-459D-B41B-8A1BFCA8060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32">
                <a:extLst>
                  <a:ext uri="{FF2B5EF4-FFF2-40B4-BE49-F238E27FC236}">
                    <a16:creationId xmlns:a16="http://schemas.microsoft.com/office/drawing/2014/main" id="{BE22D75E-CD88-4E0B-9C14-762EBFC7231A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27">
              <a:extLst>
                <a:ext uri="{FF2B5EF4-FFF2-40B4-BE49-F238E27FC236}">
                  <a16:creationId xmlns:a16="http://schemas.microsoft.com/office/drawing/2014/main" id="{572FD46C-CB8F-4974-B0C2-810E3C9A8418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3" name="Rectangle: Rounded Corners 29">
                <a:extLst>
                  <a:ext uri="{FF2B5EF4-FFF2-40B4-BE49-F238E27FC236}">
                    <a16:creationId xmlns:a16="http://schemas.microsoft.com/office/drawing/2014/main" id="{7672D1E1-BFB8-4023-BB75-A4F701F1093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30">
                <a:extLst>
                  <a:ext uri="{FF2B5EF4-FFF2-40B4-BE49-F238E27FC236}">
                    <a16:creationId xmlns:a16="http://schemas.microsoft.com/office/drawing/2014/main" id="{8DDB581F-7D4E-45C3-9A6C-92C141A2ACB1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BEFC7E2A-B774-4752-AACD-0911CCE5FBCA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" name="Group 12">
            <a:extLst>
              <a:ext uri="{FF2B5EF4-FFF2-40B4-BE49-F238E27FC236}">
                <a16:creationId xmlns:a16="http://schemas.microsoft.com/office/drawing/2014/main" id="{CBCAAE18-DC02-4BAB-A31F-FB0F77C5EB8F}"/>
              </a:ext>
            </a:extLst>
          </p:cNvPr>
          <p:cNvGrpSpPr/>
          <p:nvPr/>
        </p:nvGrpSpPr>
        <p:grpSpPr>
          <a:xfrm>
            <a:off x="7397562" y="3619369"/>
            <a:ext cx="4157729" cy="2426868"/>
            <a:chOff x="-548507" y="477868"/>
            <a:chExt cx="11570449" cy="6357177"/>
          </a:xfrm>
        </p:grpSpPr>
        <p:sp>
          <p:nvSpPr>
            <p:cNvPr id="18" name="Freeform: Shape 21">
              <a:extLst>
                <a:ext uri="{FF2B5EF4-FFF2-40B4-BE49-F238E27FC236}">
                  <a16:creationId xmlns:a16="http://schemas.microsoft.com/office/drawing/2014/main" id="{55BDDAA0-6882-4B7F-9F51-479405880209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2">
              <a:extLst>
                <a:ext uri="{FF2B5EF4-FFF2-40B4-BE49-F238E27FC236}">
                  <a16:creationId xmlns:a16="http://schemas.microsoft.com/office/drawing/2014/main" id="{32CEF7DE-E805-4F48-8F87-F86553A0A1B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3">
              <a:extLst>
                <a:ext uri="{FF2B5EF4-FFF2-40B4-BE49-F238E27FC236}">
                  <a16:creationId xmlns:a16="http://schemas.microsoft.com/office/drawing/2014/main" id="{E3104BB3-45A0-42A7-9B66-73473F9789F5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4">
              <a:extLst>
                <a:ext uri="{FF2B5EF4-FFF2-40B4-BE49-F238E27FC236}">
                  <a16:creationId xmlns:a16="http://schemas.microsoft.com/office/drawing/2014/main" id="{2916E959-0FE4-4F7A-AA5A-08CE113BD11E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5">
              <a:extLst>
                <a:ext uri="{FF2B5EF4-FFF2-40B4-BE49-F238E27FC236}">
                  <a16:creationId xmlns:a16="http://schemas.microsoft.com/office/drawing/2014/main" id="{7FAB6DCA-2E73-4B66-AC8F-065EBB67F22D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A05A6A03-4FCE-4EEB-97E6-EDF24C40B283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31">
                <a:extLst>
                  <a:ext uri="{FF2B5EF4-FFF2-40B4-BE49-F238E27FC236}">
                    <a16:creationId xmlns:a16="http://schemas.microsoft.com/office/drawing/2014/main" id="{623E5D8D-D903-46AB-9A18-D321FBFAAB91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32">
                <a:extLst>
                  <a:ext uri="{FF2B5EF4-FFF2-40B4-BE49-F238E27FC236}">
                    <a16:creationId xmlns:a16="http://schemas.microsoft.com/office/drawing/2014/main" id="{6D8C28F1-E5D8-4AD4-9B4B-0C4E1153377C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7">
              <a:extLst>
                <a:ext uri="{FF2B5EF4-FFF2-40B4-BE49-F238E27FC236}">
                  <a16:creationId xmlns:a16="http://schemas.microsoft.com/office/drawing/2014/main" id="{FC2E83F7-7058-4885-8E50-6F034C626C2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9">
                <a:extLst>
                  <a:ext uri="{FF2B5EF4-FFF2-40B4-BE49-F238E27FC236}">
                    <a16:creationId xmlns:a16="http://schemas.microsoft.com/office/drawing/2014/main" id="{5235E700-1028-4DBF-9621-D7B197B804B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30">
                <a:extLst>
                  <a:ext uri="{FF2B5EF4-FFF2-40B4-BE49-F238E27FC236}">
                    <a16:creationId xmlns:a16="http://schemas.microsoft.com/office/drawing/2014/main" id="{886D99FE-DB04-42AB-A9A6-0F85D3ABD63D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Freeform: Shape 28">
              <a:extLst>
                <a:ext uri="{FF2B5EF4-FFF2-40B4-BE49-F238E27FC236}">
                  <a16:creationId xmlns:a16="http://schemas.microsoft.com/office/drawing/2014/main" id="{CA3EF5C2-CFEE-4DD1-B3E2-7B7811C98864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AB6C515-FEFB-413A-8CDA-B20F305507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997791" y="898584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16DD4884-A7A8-42BD-944C-F3D414CF00C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997791" y="3732552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1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578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29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037713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738059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34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47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541964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43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2148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3950174-3026-49A7-9425-B00B2A3E9EA6}"/>
              </a:ext>
            </a:extLst>
          </p:cNvPr>
          <p:cNvSpPr/>
          <p:nvPr/>
        </p:nvSpPr>
        <p:spPr>
          <a:xfrm>
            <a:off x="714000" y="1560384"/>
            <a:ext cx="10764000" cy="3276000"/>
          </a:xfrm>
          <a:prstGeom prst="roundRect">
            <a:avLst>
              <a:gd name="adj" fmla="val 899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161C13C6-8983-4005-A3D9-1A368D3D4E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3359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E8CDE116-1F40-4043-9530-E9DD99C3C72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18201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6EEE52ED-6ED8-4B16-9DC4-7322E037AE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43043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8" name="그림 개체 틀 6">
            <a:extLst>
              <a:ext uri="{FF2B5EF4-FFF2-40B4-BE49-F238E27FC236}">
                <a16:creationId xmlns:a16="http://schemas.microsoft.com/office/drawing/2014/main" id="{8D1EE6CC-5B39-473C-97F8-518EC78B683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67884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9" name="그림 개체 틀 6">
            <a:extLst>
              <a:ext uri="{FF2B5EF4-FFF2-40B4-BE49-F238E27FC236}">
                <a16:creationId xmlns:a16="http://schemas.microsoft.com/office/drawing/2014/main" id="{8E02732D-3B55-422D-9996-957FAF0AA6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92725" y="1741253"/>
            <a:ext cx="1908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044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A44D55-097E-422E-A0B3-604835A6742A}"/>
              </a:ext>
            </a:extLst>
          </p:cNvPr>
          <p:cNvSpPr/>
          <p:nvPr/>
        </p:nvSpPr>
        <p:spPr>
          <a:xfrm>
            <a:off x="0" y="2303253"/>
            <a:ext cx="12192000" cy="22514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cs typeface="Arial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C925C01-FEE1-492E-8512-B10BDB521E39}"/>
              </a:ext>
            </a:extLst>
          </p:cNvPr>
          <p:cNvSpPr/>
          <p:nvPr/>
        </p:nvSpPr>
        <p:spPr>
          <a:xfrm>
            <a:off x="0" y="4592128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9FAACAB-F737-49F9-BFB3-F3E4D0C18877}"/>
              </a:ext>
            </a:extLst>
          </p:cNvPr>
          <p:cNvSpPr/>
          <p:nvPr/>
        </p:nvSpPr>
        <p:spPr>
          <a:xfrm>
            <a:off x="0" y="2162355"/>
            <a:ext cx="12192000" cy="103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44B90A8-112D-45DE-B6E9-528ECD4703F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61516" y="573702"/>
            <a:ext cx="4468483" cy="571059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0798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13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7B8CC01-B908-43C1-923F-D50CBD291B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7408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56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액자 12">
            <a:extLst>
              <a:ext uri="{FF2B5EF4-FFF2-40B4-BE49-F238E27FC236}">
                <a16:creationId xmlns:a16="http://schemas.microsoft.com/office/drawing/2014/main" id="{BB349F8A-D3D6-4420-A053-2F749AF60E06}"/>
              </a:ext>
            </a:extLst>
          </p:cNvPr>
          <p:cNvSpPr/>
          <p:nvPr/>
        </p:nvSpPr>
        <p:spPr>
          <a:xfrm>
            <a:off x="547181" y="1761846"/>
            <a:ext cx="11097638" cy="3334311"/>
          </a:xfrm>
          <a:prstGeom prst="frame">
            <a:avLst>
              <a:gd name="adj1" fmla="val 24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91762B-49EB-48A3-A86B-198F2A9709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0352" y="569068"/>
            <a:ext cx="3661647" cy="571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5443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088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14370B4-3C13-45C0-A952-B00548121584}"/>
              </a:ext>
            </a:extLst>
          </p:cNvPr>
          <p:cNvSpPr/>
          <p:nvPr/>
        </p:nvSpPr>
        <p:spPr>
          <a:xfrm>
            <a:off x="1" y="0"/>
            <a:ext cx="388402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9E4B51B4-EE18-4819-8088-68502663D7B7}"/>
              </a:ext>
            </a:extLst>
          </p:cNvPr>
          <p:cNvGrpSpPr/>
          <p:nvPr/>
        </p:nvGrpSpPr>
        <p:grpSpPr>
          <a:xfrm>
            <a:off x="4484680" y="2679371"/>
            <a:ext cx="2029599" cy="3505672"/>
            <a:chOff x="1438761" y="2033015"/>
            <a:chExt cx="1980000" cy="3420000"/>
          </a:xfrm>
        </p:grpSpPr>
        <p:sp>
          <p:nvSpPr>
            <p:cNvPr id="4" name="Rounded Rectangle 41">
              <a:extLst>
                <a:ext uri="{FF2B5EF4-FFF2-40B4-BE49-F238E27FC236}">
                  <a16:creationId xmlns:a16="http://schemas.microsoft.com/office/drawing/2014/main" id="{C9356105-17CA-4587-B47D-ABD55F0030F2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98DE00C6-A201-4607-947A-9B6A7FB91E56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2E1FF0A-C482-45AA-BBA3-9B4078609158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7" name="Oval 44">
                <a:extLst>
                  <a:ext uri="{FF2B5EF4-FFF2-40B4-BE49-F238E27FC236}">
                    <a16:creationId xmlns:a16="http://schemas.microsoft.com/office/drawing/2014/main" id="{A02E90A4-46B5-4BA7-9477-F169F8CD3F13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45">
                <a:extLst>
                  <a:ext uri="{FF2B5EF4-FFF2-40B4-BE49-F238E27FC236}">
                    <a16:creationId xmlns:a16="http://schemas.microsoft.com/office/drawing/2014/main" id="{ED43A757-B80F-4F70-B31F-9A2BEB28CAD4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C8576216-C640-4674-AC56-2890C67BD9E5}"/>
              </a:ext>
            </a:extLst>
          </p:cNvPr>
          <p:cNvGrpSpPr/>
          <p:nvPr/>
        </p:nvGrpSpPr>
        <p:grpSpPr>
          <a:xfrm>
            <a:off x="6976147" y="2717584"/>
            <a:ext cx="2029599" cy="3505672"/>
            <a:chOff x="1438761" y="2033015"/>
            <a:chExt cx="1980000" cy="3420000"/>
          </a:xfrm>
        </p:grpSpPr>
        <p:sp>
          <p:nvSpPr>
            <p:cNvPr id="10" name="Rounded Rectangle 41">
              <a:extLst>
                <a:ext uri="{FF2B5EF4-FFF2-40B4-BE49-F238E27FC236}">
                  <a16:creationId xmlns:a16="http://schemas.microsoft.com/office/drawing/2014/main" id="{4F04F9F0-E35F-4AC4-8AEB-5B346C93BDE8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42">
              <a:extLst>
                <a:ext uri="{FF2B5EF4-FFF2-40B4-BE49-F238E27FC236}">
                  <a16:creationId xmlns:a16="http://schemas.microsoft.com/office/drawing/2014/main" id="{A0F1F4A1-65E1-495C-B229-251EFD3FB253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2" name="Group 6">
              <a:extLst>
                <a:ext uri="{FF2B5EF4-FFF2-40B4-BE49-F238E27FC236}">
                  <a16:creationId xmlns:a16="http://schemas.microsoft.com/office/drawing/2014/main" id="{02AB1FDC-BB35-4273-948F-D269A59ED959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3" name="Oval 44">
                <a:extLst>
                  <a:ext uri="{FF2B5EF4-FFF2-40B4-BE49-F238E27FC236}">
                    <a16:creationId xmlns:a16="http://schemas.microsoft.com/office/drawing/2014/main" id="{00BBB89C-B084-4AC1-BED6-BC1DC17D5220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Rounded Rectangle 45">
                <a:extLst>
                  <a:ext uri="{FF2B5EF4-FFF2-40B4-BE49-F238E27FC236}">
                    <a16:creationId xmlns:a16="http://schemas.microsoft.com/office/drawing/2014/main" id="{5982A1AE-2C2E-448E-9F4B-BC9CCDEA1A4E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15" name="Group 5">
            <a:extLst>
              <a:ext uri="{FF2B5EF4-FFF2-40B4-BE49-F238E27FC236}">
                <a16:creationId xmlns:a16="http://schemas.microsoft.com/office/drawing/2014/main" id="{3A368425-7072-4F51-8EE5-01E1BFEB50EB}"/>
              </a:ext>
            </a:extLst>
          </p:cNvPr>
          <p:cNvGrpSpPr/>
          <p:nvPr/>
        </p:nvGrpSpPr>
        <p:grpSpPr>
          <a:xfrm>
            <a:off x="9467615" y="2727858"/>
            <a:ext cx="2029599" cy="3505672"/>
            <a:chOff x="1438761" y="2033015"/>
            <a:chExt cx="1980000" cy="3420000"/>
          </a:xfrm>
        </p:grpSpPr>
        <p:sp>
          <p:nvSpPr>
            <p:cNvPr id="16" name="Rounded Rectangle 41">
              <a:extLst>
                <a:ext uri="{FF2B5EF4-FFF2-40B4-BE49-F238E27FC236}">
                  <a16:creationId xmlns:a16="http://schemas.microsoft.com/office/drawing/2014/main" id="{54A602E3-D4AC-44ED-A99F-190A1CDB8BD5}"/>
                </a:ext>
              </a:extLst>
            </p:cNvPr>
            <p:cNvSpPr/>
            <p:nvPr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F63D52AB-F36A-46A1-848A-8D7692D3CC68}"/>
                </a:ext>
              </a:extLst>
            </p:cNvPr>
            <p:cNvSpPr/>
            <p:nvPr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8" name="Group 6">
              <a:extLst>
                <a:ext uri="{FF2B5EF4-FFF2-40B4-BE49-F238E27FC236}">
                  <a16:creationId xmlns:a16="http://schemas.microsoft.com/office/drawing/2014/main" id="{04D310C5-4BF6-4703-AB41-9C3406E92015}"/>
                </a:ext>
              </a:extLst>
            </p:cNvPr>
            <p:cNvGrpSpPr/>
            <p:nvPr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9" name="Oval 44">
                <a:extLst>
                  <a:ext uri="{FF2B5EF4-FFF2-40B4-BE49-F238E27FC236}">
                    <a16:creationId xmlns:a16="http://schemas.microsoft.com/office/drawing/2014/main" id="{30DA0AB5-96D5-49C1-9953-DD88116AAD83}"/>
                  </a:ext>
                </a:extLst>
              </p:cNvPr>
              <p:cNvSpPr/>
              <p:nvPr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" name="Rounded Rectangle 45">
                <a:extLst>
                  <a:ext uri="{FF2B5EF4-FFF2-40B4-BE49-F238E27FC236}">
                    <a16:creationId xmlns:a16="http://schemas.microsoft.com/office/drawing/2014/main" id="{763C3B04-1D32-454A-9E00-E56FD5E22D27}"/>
                  </a:ext>
                </a:extLst>
              </p:cNvPr>
              <p:cNvSpPr/>
              <p:nvPr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8422095-435B-47AA-9CCA-322F366DB3C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02823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E14DFC6-4271-494B-82A9-1FCC7226F65C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7094290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A3772017-7DA7-4FE0-A85B-FD49517CE8C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9585758" y="3009935"/>
            <a:ext cx="1797978" cy="27947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99F1FA95-725F-4570-B40D-43A61D68A90A}"/>
              </a:ext>
            </a:extLst>
          </p:cNvPr>
          <p:cNvSpPr/>
          <p:nvPr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852310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3195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7E9E532-B52F-4195-9769-854E30154B5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B0386-33B4-4AE2-946E-6347B22040B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F70AE-AA28-47B8-ADF1-78729B8D0C2E}"/>
              </a:ext>
            </a:extLst>
          </p:cNvPr>
          <p:cNvSpPr/>
          <p:nvPr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9832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7160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1">
            <a:extLst>
              <a:ext uri="{FF2B5EF4-FFF2-40B4-BE49-F238E27FC236}">
                <a16:creationId xmlns:a16="http://schemas.microsoft.com/office/drawing/2014/main" id="{D984738B-46DB-4E68-8584-37E420407CAF}"/>
              </a:ext>
            </a:extLst>
          </p:cNvPr>
          <p:cNvSpPr/>
          <p:nvPr/>
        </p:nvSpPr>
        <p:spPr>
          <a:xfrm>
            <a:off x="6000620" y="5764092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" name="Oval 11">
            <a:extLst>
              <a:ext uri="{FF2B5EF4-FFF2-40B4-BE49-F238E27FC236}">
                <a16:creationId xmlns:a16="http://schemas.microsoft.com/office/drawing/2014/main" id="{1EF47FAD-E9FE-4655-9C18-2281F00609C6}"/>
              </a:ext>
            </a:extLst>
          </p:cNvPr>
          <p:cNvSpPr/>
          <p:nvPr/>
        </p:nvSpPr>
        <p:spPr>
          <a:xfrm>
            <a:off x="6000620" y="2958188"/>
            <a:ext cx="6959602" cy="504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69D03589-94E1-4EF8-85A4-3C81F0DA1CBB}"/>
              </a:ext>
            </a:extLst>
          </p:cNvPr>
          <p:cNvGrpSpPr/>
          <p:nvPr/>
        </p:nvGrpSpPr>
        <p:grpSpPr>
          <a:xfrm>
            <a:off x="7397562" y="792688"/>
            <a:ext cx="4157729" cy="2426868"/>
            <a:chOff x="-548507" y="477868"/>
            <a:chExt cx="11570449" cy="6357177"/>
          </a:xfrm>
        </p:grpSpPr>
        <p:sp>
          <p:nvSpPr>
            <p:cNvPr id="5" name="Freeform: Shape 21">
              <a:extLst>
                <a:ext uri="{FF2B5EF4-FFF2-40B4-BE49-F238E27FC236}">
                  <a16:creationId xmlns:a16="http://schemas.microsoft.com/office/drawing/2014/main" id="{B8912ED9-1F51-4F24-86AA-66A8A2FAC133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39CCC3E3-83BF-4615-B176-D600377138AB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1BB4B631-0793-4EC4-948F-DBB77F89F32E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46901BAE-5177-4F15-8882-8A866D8919C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25">
              <a:extLst>
                <a:ext uri="{FF2B5EF4-FFF2-40B4-BE49-F238E27FC236}">
                  <a16:creationId xmlns:a16="http://schemas.microsoft.com/office/drawing/2014/main" id="{EF305665-F54D-429D-A14B-170A9B1B6E24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26">
              <a:extLst>
                <a:ext uri="{FF2B5EF4-FFF2-40B4-BE49-F238E27FC236}">
                  <a16:creationId xmlns:a16="http://schemas.microsoft.com/office/drawing/2014/main" id="{4D1C3DB9-35EC-4484-B208-3868E5CD398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5" name="Rectangle: Rounded Corners 31">
                <a:extLst>
                  <a:ext uri="{FF2B5EF4-FFF2-40B4-BE49-F238E27FC236}">
                    <a16:creationId xmlns:a16="http://schemas.microsoft.com/office/drawing/2014/main" id="{D15A82CB-BC0F-459D-B41B-8A1BFCA8060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32">
                <a:extLst>
                  <a:ext uri="{FF2B5EF4-FFF2-40B4-BE49-F238E27FC236}">
                    <a16:creationId xmlns:a16="http://schemas.microsoft.com/office/drawing/2014/main" id="{BE22D75E-CD88-4E0B-9C14-762EBFC7231A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27">
              <a:extLst>
                <a:ext uri="{FF2B5EF4-FFF2-40B4-BE49-F238E27FC236}">
                  <a16:creationId xmlns:a16="http://schemas.microsoft.com/office/drawing/2014/main" id="{572FD46C-CB8F-4974-B0C2-810E3C9A8418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3" name="Rectangle: Rounded Corners 29">
                <a:extLst>
                  <a:ext uri="{FF2B5EF4-FFF2-40B4-BE49-F238E27FC236}">
                    <a16:creationId xmlns:a16="http://schemas.microsoft.com/office/drawing/2014/main" id="{7672D1E1-BFB8-4023-BB75-A4F701F1093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30">
                <a:extLst>
                  <a:ext uri="{FF2B5EF4-FFF2-40B4-BE49-F238E27FC236}">
                    <a16:creationId xmlns:a16="http://schemas.microsoft.com/office/drawing/2014/main" id="{8DDB581F-7D4E-45C3-9A6C-92C141A2ACB1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BEFC7E2A-B774-4752-AACD-0911CCE5FBCA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" name="Group 12">
            <a:extLst>
              <a:ext uri="{FF2B5EF4-FFF2-40B4-BE49-F238E27FC236}">
                <a16:creationId xmlns:a16="http://schemas.microsoft.com/office/drawing/2014/main" id="{CBCAAE18-DC02-4BAB-A31F-FB0F77C5EB8F}"/>
              </a:ext>
            </a:extLst>
          </p:cNvPr>
          <p:cNvGrpSpPr/>
          <p:nvPr/>
        </p:nvGrpSpPr>
        <p:grpSpPr>
          <a:xfrm>
            <a:off x="7397562" y="3619369"/>
            <a:ext cx="4157729" cy="2426868"/>
            <a:chOff x="-548507" y="477868"/>
            <a:chExt cx="11570449" cy="6357177"/>
          </a:xfrm>
        </p:grpSpPr>
        <p:sp>
          <p:nvSpPr>
            <p:cNvPr id="18" name="Freeform: Shape 21">
              <a:extLst>
                <a:ext uri="{FF2B5EF4-FFF2-40B4-BE49-F238E27FC236}">
                  <a16:creationId xmlns:a16="http://schemas.microsoft.com/office/drawing/2014/main" id="{55BDDAA0-6882-4B7F-9F51-479405880209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2">
              <a:extLst>
                <a:ext uri="{FF2B5EF4-FFF2-40B4-BE49-F238E27FC236}">
                  <a16:creationId xmlns:a16="http://schemas.microsoft.com/office/drawing/2014/main" id="{32CEF7DE-E805-4F48-8F87-F86553A0A1B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3">
              <a:extLst>
                <a:ext uri="{FF2B5EF4-FFF2-40B4-BE49-F238E27FC236}">
                  <a16:creationId xmlns:a16="http://schemas.microsoft.com/office/drawing/2014/main" id="{E3104BB3-45A0-42A7-9B66-73473F9789F5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4">
              <a:extLst>
                <a:ext uri="{FF2B5EF4-FFF2-40B4-BE49-F238E27FC236}">
                  <a16:creationId xmlns:a16="http://schemas.microsoft.com/office/drawing/2014/main" id="{2916E959-0FE4-4F7A-AA5A-08CE113BD11E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5">
              <a:extLst>
                <a:ext uri="{FF2B5EF4-FFF2-40B4-BE49-F238E27FC236}">
                  <a16:creationId xmlns:a16="http://schemas.microsoft.com/office/drawing/2014/main" id="{7FAB6DCA-2E73-4B66-AC8F-065EBB67F22D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A05A6A03-4FCE-4EEB-97E6-EDF24C40B283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31">
                <a:extLst>
                  <a:ext uri="{FF2B5EF4-FFF2-40B4-BE49-F238E27FC236}">
                    <a16:creationId xmlns:a16="http://schemas.microsoft.com/office/drawing/2014/main" id="{623E5D8D-D903-46AB-9A18-D321FBFAAB91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32">
                <a:extLst>
                  <a:ext uri="{FF2B5EF4-FFF2-40B4-BE49-F238E27FC236}">
                    <a16:creationId xmlns:a16="http://schemas.microsoft.com/office/drawing/2014/main" id="{6D8C28F1-E5D8-4AD4-9B4B-0C4E1153377C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7">
              <a:extLst>
                <a:ext uri="{FF2B5EF4-FFF2-40B4-BE49-F238E27FC236}">
                  <a16:creationId xmlns:a16="http://schemas.microsoft.com/office/drawing/2014/main" id="{FC2E83F7-7058-4885-8E50-6F034C626C2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9">
                <a:extLst>
                  <a:ext uri="{FF2B5EF4-FFF2-40B4-BE49-F238E27FC236}">
                    <a16:creationId xmlns:a16="http://schemas.microsoft.com/office/drawing/2014/main" id="{5235E700-1028-4DBF-9621-D7B197B804B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30">
                <a:extLst>
                  <a:ext uri="{FF2B5EF4-FFF2-40B4-BE49-F238E27FC236}">
                    <a16:creationId xmlns:a16="http://schemas.microsoft.com/office/drawing/2014/main" id="{886D99FE-DB04-42AB-A9A6-0F85D3ABD63D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Freeform: Shape 28">
              <a:extLst>
                <a:ext uri="{FF2B5EF4-FFF2-40B4-BE49-F238E27FC236}">
                  <a16:creationId xmlns:a16="http://schemas.microsoft.com/office/drawing/2014/main" id="{CA3EF5C2-CFEE-4DD1-B3E2-7B7811C98864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AB6C515-FEFB-413A-8CDA-B20F305507D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997791" y="898584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16DD4884-A7A8-42BD-944C-F3D414CF00C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997791" y="3732552"/>
            <a:ext cx="2976555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33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9053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754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6168010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6079402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9725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363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283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120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306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48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1502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63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35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9561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471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838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23189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850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952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695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369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57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96102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46223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2103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7514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485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9438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4E5F-139A-4172-AE44-FADD9C7A6F1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631B-55AB-47B7-9FB2-C83F9FE9E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7562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3362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81601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364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5741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766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861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8865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7879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179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47764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67634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1896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6489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906221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5384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7381" y="1508787"/>
            <a:ext cx="11329259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541173" y="2411015"/>
            <a:ext cx="11329259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205889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639616" y="1316766"/>
            <a:ext cx="921702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653408" y="2218994"/>
            <a:ext cx="921702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867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481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65.xml"/><Relationship Id="rId21" Type="http://schemas.openxmlformats.org/officeDocument/2006/relationships/image" Target="../media/image17.png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6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69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0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72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  <p:sldLayoutId id="214748393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5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3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</p:sldLayoutIdLst>
  <p:txStyles>
    <p:titleStyle>
      <a:lvl1pPr algn="ctr" defTabSz="1219170" rtl="0" eaLnBrk="1" latinLnBrk="1" hangingPunct="1">
        <a:spcBef>
          <a:spcPct val="0"/>
        </a:spcBef>
        <a:buNone/>
        <a:defRPr sz="48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401638"/>
            <a:ext cx="12192000" cy="220503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br>
              <a:rPr 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r>
              <a:rPr lang="en-US" sz="5800" dirty="0"/>
              <a:t>	</a:t>
            </a:r>
            <a:br>
              <a:rPr lang="en-US" sz="5800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Arrow Master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3482975"/>
            <a:ext cx="4049713" cy="289083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Name: Bondhon Das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20CSE016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Engineering 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BSMRSTU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8247063" y="3482975"/>
            <a:ext cx="3944937" cy="289083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by:-</a:t>
            </a:r>
          </a:p>
          <a:p>
            <a:pPr marL="0" indent="0" algn="ctr">
              <a:buNone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Ahmed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Engineering </a:t>
            </a: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BSMRSTU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388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3736" y="2606565"/>
            <a:ext cx="71399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64438" y="770582"/>
            <a:ext cx="80858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86050" lvl="4" indent="-857250"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Overview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3282" y="2858814"/>
            <a:ext cx="679193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SG" sz="3200" b="1" i="0" dirty="0">
                <a:solidFill>
                  <a:srgbClr val="002060"/>
                </a:solidFill>
                <a:effectLst/>
                <a:latin typeface="Söhne"/>
              </a:rPr>
              <a:t>Programming Language and Libraries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ko-KR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Graphics and Animation: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ko-KR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User Input Handling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ko-KR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Game Logic and Mechanics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altLang="ko-KR" sz="28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File Handling</a:t>
            </a:r>
          </a:p>
          <a:p>
            <a:pPr>
              <a:defRPr/>
            </a:pPr>
            <a:endParaRPr lang="en-US" altLang="ko-KR" sz="20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089651" y="437751"/>
            <a:ext cx="9231507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4267" b="1" dirty="0">
                <a:solidFill>
                  <a:srgbClr val="00206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Arrow Master Game -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87897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586" y="416356"/>
            <a:ext cx="8686800" cy="78483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5675" y="1524000"/>
            <a:ext cx="9209690" cy="4856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Intuitive controls using keyboard input.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Engaging graphics and animations for an  immersive gaming experience.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Challenging levels with moving objects to enhance the gameplay.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score tracking to encourage competition and </a:t>
            </a:r>
            <a:r>
              <a:rPr lang="en-US" sz="3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replayability</a:t>
            </a: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272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87669" y="2165131"/>
            <a:ext cx="10352689" cy="353147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>
              <a:buFont typeface="+mj-lt"/>
              <a:buAutoNum type="arabicPeriod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Programming Language: C++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Graphics Library: </a:t>
            </a:r>
            <a:r>
              <a:rPr lang="en-US" sz="2800" b="0" i="0" dirty="0" err="1">
                <a:solidFill>
                  <a:srgbClr val="D1D5DB"/>
                </a:solidFill>
                <a:effectLst/>
                <a:latin typeface="Söhne"/>
              </a:rPr>
              <a:t>graphics.h</a:t>
            </a:r>
            <a:endParaRPr lang="en-US" sz="2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Development Environment: </a:t>
            </a:r>
            <a:r>
              <a:rPr lang="en-US" sz="2800" b="0" i="0" dirty="0" err="1">
                <a:solidFill>
                  <a:srgbClr val="D1D5DB"/>
                </a:solidFill>
                <a:effectLst/>
                <a:latin typeface="Söhne"/>
              </a:rPr>
              <a:t>Codeblocks</a:t>
            </a:r>
            <a:endParaRPr lang="en-US" sz="2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File Handling: High score storage and retrieval using file handling techniques.</a:t>
            </a: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7853" y="612356"/>
            <a:ext cx="7666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Details</a:t>
            </a:r>
          </a:p>
        </p:txBody>
      </p:sp>
    </p:spTree>
    <p:extLst>
      <p:ext uri="{BB962C8B-B14F-4D97-AF65-F5344CB8AC3E}">
        <p14:creationId xmlns:p14="http://schemas.microsoft.com/office/powerpoint/2010/main" val="276750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3840" y="2519680"/>
            <a:ext cx="9164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</p:txBody>
      </p:sp>
    </p:spTree>
    <p:extLst>
      <p:ext uri="{BB962C8B-B14F-4D97-AF65-F5344CB8AC3E}">
        <p14:creationId xmlns:p14="http://schemas.microsoft.com/office/powerpoint/2010/main" val="308063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111761"/>
            <a:ext cx="10139680" cy="951996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A89E8-232F-9A3E-9D04-CBB2FD3CD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628" y="1143857"/>
            <a:ext cx="7252138" cy="563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1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111759"/>
            <a:ext cx="10139680" cy="939827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F44AA-DD03-783B-5D26-A8DBA340C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0" y="1089374"/>
            <a:ext cx="7359720" cy="576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111759"/>
            <a:ext cx="10139680" cy="939827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 &amp; Bow Animation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2C5401-67DB-6D18-AEAA-4B0171CC8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63" y="1441243"/>
            <a:ext cx="5636770" cy="4489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C4F5DD-B60F-8755-FC1C-7A86DEBBB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67" y="1411646"/>
            <a:ext cx="5636770" cy="450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9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219200" y="111759"/>
            <a:ext cx="10139680" cy="939827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Exit Display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DA7A3-8D6B-2653-2FC1-4A901CEE8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349" y="1163345"/>
            <a:ext cx="7334135" cy="569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8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94460"/>
            <a:ext cx="12192000" cy="457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339509"/>
            <a:ext cx="12191999" cy="1182966"/>
          </a:xfrm>
        </p:spPr>
        <p:txBody>
          <a:bodyPr>
            <a:noAutofit/>
          </a:bodyPr>
          <a:lstStyle/>
          <a:p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900" y="1382425"/>
            <a:ext cx="9977575" cy="4870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Limitations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Dependency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Effects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Gameplay Features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2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623989"/>
            <a:ext cx="11573197" cy="96097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48460"/>
            <a:ext cx="12192000" cy="457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17390" y="1694179"/>
            <a:ext cx="95300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Power-Ups and Special Arrows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Graphics and Visual Effects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Sound and Music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Bow and Arrow Designs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Registration Option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all limitation problem</a:t>
            </a:r>
          </a:p>
        </p:txBody>
      </p:sp>
    </p:spTree>
    <p:extLst>
      <p:ext uri="{BB962C8B-B14F-4D97-AF65-F5344CB8AC3E}">
        <p14:creationId xmlns:p14="http://schemas.microsoft.com/office/powerpoint/2010/main" val="308290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9360" y="2651760"/>
            <a:ext cx="10119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Q&amp;A (Questions and Answers)</a:t>
            </a:r>
          </a:p>
        </p:txBody>
      </p:sp>
    </p:spTree>
    <p:extLst>
      <p:ext uri="{BB962C8B-B14F-4D97-AF65-F5344CB8AC3E}">
        <p14:creationId xmlns:p14="http://schemas.microsoft.com/office/powerpoint/2010/main" val="23455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5120"/>
            <a:ext cx="9458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24940"/>
            <a:ext cx="12192000" cy="457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80160" y="1696720"/>
            <a:ext cx="10414000" cy="364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reception, high scores highlight game's entertainment and potential.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Impressive showcase of graphics programming and game mechanics.</a:t>
            </a:r>
          </a:p>
        </p:txBody>
      </p:sp>
    </p:spTree>
    <p:extLst>
      <p:ext uri="{BB962C8B-B14F-4D97-AF65-F5344CB8AC3E}">
        <p14:creationId xmlns:p14="http://schemas.microsoft.com/office/powerpoint/2010/main" val="259092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8960" y="701040"/>
            <a:ext cx="3962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508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Theme1">
  <a:themeElements>
    <a:clrScheme name="ALLPPT-6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9F6BB74-50B0-48BB-B0A2-3F34C9CFE63C}" vid="{5C5D5B61-BD12-46DD-A8DE-FC4FB1ADF5F0}"/>
    </a:ext>
  </a:extLst>
</a:theme>
</file>

<file path=ppt/theme/theme2.xml><?xml version="1.0" encoding="utf-8"?>
<a:theme xmlns:a="http://schemas.openxmlformats.org/drawingml/2006/main" name="Contents Slide Master">
  <a:themeElements>
    <a:clrScheme name="ALLPPT-61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6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ECEC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5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764</TotalTime>
  <Words>234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Calibri</vt:lpstr>
      <vt:lpstr>Garamond</vt:lpstr>
      <vt:lpstr>Söhne</vt:lpstr>
      <vt:lpstr>Times New Roman</vt:lpstr>
      <vt:lpstr>Tw Cen MT</vt:lpstr>
      <vt:lpstr>Wingdings</vt:lpstr>
      <vt:lpstr>Theme1</vt:lpstr>
      <vt:lpstr>Contents Slide Master</vt:lpstr>
      <vt:lpstr>Section Break Slide Master</vt:lpstr>
      <vt:lpstr>Circuit</vt:lpstr>
      <vt:lpstr>Organic</vt:lpstr>
      <vt:lpstr>Office Theme</vt:lpstr>
      <vt:lpstr>Presentation  on  Project Title: Arrow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on  Project Title: Chatting Application</dc:title>
  <dc:creator>Microsoft account</dc:creator>
  <cp:lastModifiedBy>Mr Bondhon</cp:lastModifiedBy>
  <cp:revision>38</cp:revision>
  <dcterms:created xsi:type="dcterms:W3CDTF">2023-07-16T03:16:32Z</dcterms:created>
  <dcterms:modified xsi:type="dcterms:W3CDTF">2023-07-17T18:33:56Z</dcterms:modified>
</cp:coreProperties>
</file>